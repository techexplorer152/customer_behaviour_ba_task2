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71E43"/>
          </a:solidFill>
          <a:ln>
            <a:solidFill>
              <a:srgbClr val="071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6001C"/>
                </a:solidFill>
                <a:latin typeface="Arial"/>
              </a:defRPr>
            </a:pPr>
            <a:r>
              <a:t>DATA SCIENCE INTERNSHIP — TASK 2 EXECUTIVE SUMMARY</a:t>
            </a:r>
          </a:p>
          <a:p>
            <a:pPr>
              <a:spcBef>
                <a:spcPts val="600"/>
              </a:spcBef>
              <a:defRPr sz="3200" b="1">
                <a:solidFill>
                  <a:srgbClr val="071E43"/>
                </a:solidFill>
                <a:latin typeface="Arial"/>
              </a:defRPr>
            </a:pPr>
            <a:r>
              <a:t>Customer Booking Behavior Analysis &amp;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56032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71E43"/>
                </a:solidFill>
                <a:latin typeface="Arial"/>
              </a:defRPr>
            </a:pPr>
            <a:r>
              <a:t>73%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Buyer Recall Rate (Optimized RF)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645920"/>
            <a:ext cx="2560320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71E43"/>
                </a:solidFill>
                <a:latin typeface="Arial"/>
              </a:defRPr>
            </a:pPr>
            <a:r>
              <a:t>38.1%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Origin Country Dominance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71E43"/>
                </a:solidFill>
                <a:latin typeface="Arial"/>
              </a:defRPr>
            </a:pPr>
            <a:r>
              <a:t>Key Feature Importance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8328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Predictive Factor</a:t>
                      </a:r>
                    </a:p>
                  </a:txBody>
                  <a:tcPr>
                    <a:solidFill>
                      <a:srgbClr val="071E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 / Impact</a:t>
                      </a:r>
                    </a:p>
                  </a:txBody>
                  <a:tcPr>
                    <a:solidFill>
                      <a:srgbClr val="071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Booking Origin (User Location)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Flight Route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Length of Stay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Flight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E1F20"/>
                          </a:solidFill>
                          <a:latin typeface="Arial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035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71E43"/>
                </a:solidFill>
                <a:latin typeface="Arial"/>
              </a:defRPr>
            </a:pPr>
            <a:r>
              <a:t>Strategic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E1F20"/>
                </a:solidFill>
                <a:latin typeface="Arial"/>
              </a:defRPr>
            </a:pPr>
            <a:r>
              <a:t>• Geo-Targeted Campaigns: Reallocate digital acquisition budgets dynamically toward high-probability origin matrices identified by the model.</a:t>
            </a:r>
          </a:p>
          <a:p>
            <a:pPr>
              <a:spcBef>
                <a:spcPts val="600"/>
              </a:spcBef>
              <a:defRPr sz="1100">
                <a:solidFill>
                  <a:srgbClr val="1E1F20"/>
                </a:solidFill>
                <a:latin typeface="Arial"/>
              </a:defRPr>
            </a:pPr>
            <a:r>
              <a:t>• Early Interception: Pitch targeted ancillary bundles (baggage, lounge) early in the purchase_lead window for long-duration stays.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212080" cy="1280160"/>
          </a:xfrm>
          <a:prstGeom prst="rect">
            <a:avLst/>
          </a:prstGeom>
          <a:solidFill>
            <a:srgbClr val="07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6001C"/>
                </a:solidFill>
                <a:latin typeface="Arial"/>
              </a:defRPr>
            </a:pPr>
            <a:r>
              <a:rPr dirty="0"/>
              <a:t>EXECUTIVE TAKEAWAY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The Random Forest model successfully overcomes heavy class imbalances to lock onto 73% of future buyers. </a:t>
            </a:r>
            <a:r>
              <a:rPr dirty="0"/>
              <a:t>Booking Origin stands as the clear dominant variable. Conversely, trip type variables hold less than 0.4% predictive weight and can safely be discarded from future marketing frameworks.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British Airways Data Science Analytics Team  |  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803B56-6722-CDB4-E96E-6409EC693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11" y="3057687"/>
            <a:ext cx="4817258" cy="3211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thegreatmathman844@gmail.com</cp:lastModifiedBy>
  <cp:revision>2</cp:revision>
  <dcterms:created xsi:type="dcterms:W3CDTF">2013-01-27T09:14:16Z</dcterms:created>
  <dcterms:modified xsi:type="dcterms:W3CDTF">2026-05-27T19:51:51Z</dcterms:modified>
  <cp:category/>
</cp:coreProperties>
</file>